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8366760" y="-640080"/>
            <a:ext cx="4846320" cy="484632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114800"/>
            <a:ext cx="2011680" cy="201168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DEVFOCUS PITCH DECK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개발자 학습의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모든 순간을 잇다.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667512" y="2926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강의 탐색부터 결제, 완강, 강사 운영과 모니터링까지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하나의 제품 경험으로 연결한 개발자 학습 플랫폼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FAF"/>
                </a:solidFill>
              </a:rPr>
              <a:t>P1 · P2 · P3  |  2026.06.15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학습은 여전히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너무 많은 곳에 흩어져 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강의는 한 곳에서 보고, 질문과 기록은 다른 곳에서 관리합니다.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5+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학습자가 오가는 도구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연결된 학습 맥락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높음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중도 이탈 가능성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72600" y="1097280"/>
            <a:ext cx="1965960" cy="448056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1600200"/>
            <a:ext cx="1051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강의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결제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질문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진도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집중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766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한 번의 로그인으로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배움이 끝까지 이어집니다.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DevFocus는 학습 흐름과 운영 흐름을 하나의 서비스로 묶습니다.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탐색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나에게 맞는 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02152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결제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30752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검증된 주문 흐름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18504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학습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47104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이어보기와 자동 저장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34856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성장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63456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완강률과 학습 기록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학생에게는 단순하게.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충분하게.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4612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이어보기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마지막 학습 위치를 기억하고 다음 레슨으로 자연스럽게 연결합니다.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24612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자동 진도 저장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30초 단위 저장과 90% 완강 기준으로 실제 학습 상태를 반영합니다.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24612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집중과 질문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타이머, Q&amp;A, 코드 스니펫으로 학습 전후의 행동까지 지원합니다.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ONE PLATFORM, THREE ROLES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학생, 강사, 관리자가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같은 데이터를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역할은 다르지만 서비스 상태와 학습 결과는 하나의 데이터 흐름으로 연결됩니다.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학생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 탐색 · 결제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진도 · 수강평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기록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강사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강의와 레슨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수강생 · 매출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학습률 · 정산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관리자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회원과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결제 · 환불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배치 · Webhook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06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좋은 강의가 판매될수록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플랫폼도 함께 성장합니다.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 결제 수익을 기반으로 강사 정산과 플랫폼 수수료를 투명하게 계산합니다.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Toss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실결제 승인·취소 API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100%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9476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서버 기준 금액 재검증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0372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자동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90372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월별 강사 정산 계산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2222"/>
                </a:solidFill>
              </a:rPr>
              <a:t>주문 생성  →  결제위젯  →  서버 승인  →  수강 등록  →  정산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BUILT IN THREE STAGES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과제 요구사항을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운영 가능한 제품으로 확장했습니다.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33756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P1 · 서비스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모바일 프론트엔드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백엔드 API와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MySQL 영구 저장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33756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P2 · 신뢰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JWT 인증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역할 기반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리소스 소유권 검증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33756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P3 · 운영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알림 · Scheduler · Webhook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Health · Metrics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보안 · 성능 · 결제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빠르게 만들고,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명확하게 운영합니다.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단순한 3계층 구조 위에 결제와 알림, 관측성을 연결했습니다.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Next.js 16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반응형 UI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60320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35224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Express 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REST API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9744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84648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MySQL 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84648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영구 데이터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59168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34072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A5F"/>
                </a:solidFill>
              </a:rPr>
              <a:t>Toss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34072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결제 승인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08592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83496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Docker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83496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실행 환경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OPERATIONS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문제가 생긴 뒤가 아니라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생기는 순간을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운영자는 요청, 배치, Webhook, DB 상태를 한 흐름에서 추적할 수 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JSON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구조화 요청 로그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/health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API와 DB 상태 확인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/metrics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운영 지표와 실패 이력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23544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HMAC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23544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Webhook 무결성 검증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VALIDATION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만들었고,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자동 검증으로 확인했습니다.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Frontend build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3136392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15400" y="2971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PASS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721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Backend tests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3886200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3721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3 PASS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4714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Dependency audit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636008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4471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0 issues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52212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PPT / Git bundle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89120" y="5385816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52212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VERIFIED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DEPLOYMENT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준비 완료와 배포 완료는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같은 말이 아닙니다.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현재 코드는 배포 가능한 상태지만 공개 URL과 운영 인프라는 아직 연결되지 않았습니다.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준비됨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Dockerfile · Compose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환경변수 예제 · Runbook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Health · Metrics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현재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공개 URL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운영 DB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실결제 운영 키 미연결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배포 순서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관리형 MySQL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API · Frontend · TLS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Secret · Toss 도메인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다음 목표는 기능 추가보다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실제 운영의 완성입니다.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PUBLIC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공개 배포와 결제 E2E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02152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02152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RELIABLE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02152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CI/CD, 백업, 알림 재시도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18504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8504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PERSONAL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18504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추천, 퀴즈, 수료증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34856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34856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SCALE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34856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쿠폰, 부분환불, 정산 고도화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680960" y="731520"/>
            <a:ext cx="3108960" cy="310896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4343400"/>
            <a:ext cx="1371600" cy="137160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THANK YOU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배움이 멈추지 않도록.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67512" y="32461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DevFocus는 개발자가 강의를 발견한 순간부터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끝까지 완주하는 순간까지 함께합니다.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A5F"/>
                </a:solidFill>
              </a:rPr>
              <a:t>Questions?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DevFocus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DevFocus - 개발자 학습의 모든 순간</dc:title>
  <dc:subject>DevFocus P1-P3 pitch deck</dc:subject>
  <dc:creator>DevFocus Team</dc:creator>
  <cp:lastModifiedBy>DevFocus Team</cp:lastModifiedBy>
  <cp:revision>1</cp:revision>
  <dcterms:created xsi:type="dcterms:W3CDTF">2026-06-14T15:32:27Z</dcterms:created>
  <dcterms:modified xsi:type="dcterms:W3CDTF">2026-06-14T15:32:27Z</dcterms:modified>
</cp:coreProperties>
</file>